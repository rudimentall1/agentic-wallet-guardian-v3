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chainhack-deck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031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Wallet Guardian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822960" y="32004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infrastructure for autonomous AI agents — explainable ALLOW / WARN / BLOCK before anything gets signed.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ChainHack 2026 · Industrial 5.0  —  Ecosystem Fast Track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says one thing.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transaction does another.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1064240" cy="3108960"/>
          </a:xfrm>
          <a:prstGeom prst="roundRect">
            <a:avLst>
              <a:gd name="adj" fmla="val 3529"/>
            </a:avLst>
          </a:prstGeom>
          <a:solidFill>
            <a:srgbClr val="1E1F2A"/>
          </a:solidFill>
          <a:ln/>
        </p:spPr>
      </p:sp>
      <p:pic>
        <p:nvPicPr>
          <p:cNvPr id="5" name="Image 0" descr="/home/claude/chainhack-deck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99923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examples/example_intent_verification.py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361188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Case: agent said 500, calldata actually encodes 5000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371600" y="3995928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[BLOCK] Agent declared an approval of 500 (500000000 atomic units),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4379976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but the actual calldata encodes 5000000000 atomic units —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371600" y="4764024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 900% difference.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5148072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371600" y="553212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transaction does not do what the agent said it would do.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091672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9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decision layer, not a custody layer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1E1F2A"/>
          </a:solidFill>
          <a:ln/>
        </p:spPr>
      </p:sp>
      <p:pic>
        <p:nvPicPr>
          <p:cNvPr id="5" name="Image 0" descr="/home/claude/chainhack-deck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4231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private keys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374904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touches signing or custody, anywhere in the codebase.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4340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1E1F2A"/>
          </a:solidFill>
          <a:ln/>
        </p:spPr>
      </p:sp>
      <p:pic>
        <p:nvPicPr>
          <p:cNvPr id="9" name="Image 1" descr="/home/claude/chainhack-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344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4663440" y="374904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returns a human-readable reason, not a black-box score.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13816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1E1F2A"/>
          </a:solidFill>
          <a:ln/>
        </p:spPr>
      </p:sp>
      <p:pic>
        <p:nvPicPr>
          <p:cNvPr id="13" name="Image 2" descr="/home/claude/chainhack-deck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42316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5820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8458200" y="374904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your infrastructure. No third party sees agent activity.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1091672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9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checks, in order, any of which can stop execution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E1F2A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4871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88036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limits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63240" y="2743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83280" y="23774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E1F2A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4871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288036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verification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897880" y="2743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17920" y="23774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E1F2A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4871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55080" y="288036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engine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732520" y="2743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052560" y="23774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E1F2A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24871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89720" y="288036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OAA attestation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agent without a granted capability is silently unaffected — opt-in by design, not a blanket restriction.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1E1F2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8920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[1/3] capability: OK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5202936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[2/3] intent verification: OK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551383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[3/3] decision engine: BLOCK (risk 100.0)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582472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0FA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signed attestation: verifiable by anyone with the public key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091672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9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PROOF, NOT PROMISES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live, not just claimed in a deck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E1F2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94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F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 / 101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passing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20116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E1F2A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2194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F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PyPI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617720" y="29718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agentic-wallet-guardian-mcp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20116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E1F2A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0" y="2194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F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Registry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412480" y="29718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official, verified listing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E1F2A"/>
          </a:solidFill>
          <a:ln/>
        </p:spPr>
      </p:sp>
      <p:pic>
        <p:nvPicPr>
          <p:cNvPr id="14" name="Image 0" descr="/home/claude/chainhack-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251960"/>
            <a:ext cx="365760" cy="3657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42336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-m pytest -q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7160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0FA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 passed, 5 warnings in 1.00s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371600" y="52578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screenshot from months ago — re-run and confirmed the day of submission.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091672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9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VERIFIABLE, NOT JUST LOGGED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decision is signed as an OAA token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Agent Attestation — an Ed25519-signed JWT wrapping the decision. Anyone with the public key verifies it offline. No call back to the server that issued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11064240" cy="3383280"/>
          </a:xfrm>
          <a:prstGeom prst="roundRect">
            <a:avLst>
              <a:gd name="adj" fmla="val 3243"/>
            </a:avLst>
          </a:prstGeom>
          <a:solidFill>
            <a:srgbClr val="1E1F2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43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decision: BLOCK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OAA token: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eyJhbGciOiJFZERTQSIsInR5cCI6IkpXVCJ9.eyJpc3Mi...vodRYGs_vyNt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 by a third party — offline, no server call: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0FA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decision: BLOCK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828032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0FA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action:   tool_call:wallet.transfer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5175504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0FA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reason:   amount=9999.0 exceeds cap 5 (unknown agent)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56235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spec · ~150-line reference implementation · MIT license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091672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9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ECOSYSTEM 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Chain-agnostic by design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custody, no private key handling — the decision layer sits above execution, so it isn't bound to any single chain's tooling.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E1F2A"/>
          </a:solidFill>
          <a:ln/>
        </p:spPr>
      </p:sp>
      <p:pic>
        <p:nvPicPr>
          <p:cNvPr id="6" name="Image 0" descr="/home/claude/chainhack-deck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30175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611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383280" y="2834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E1F2A"/>
          </a:solidFill>
          <a:ln/>
        </p:spPr>
      </p:sp>
      <p:pic>
        <p:nvPicPr>
          <p:cNvPr id="9" name="Image 1" descr="/home/claude/chainhack-deck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301752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383280" y="3611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217920" y="2834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E1F2A"/>
          </a:solidFill>
          <a:ln/>
        </p:spPr>
      </p:sp>
      <p:pic>
        <p:nvPicPr>
          <p:cNvPr id="12" name="Image 2" descr="/home/claude/chainhack-deck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620" y="30175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17920" y="3611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9052560" y="2834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E1F2A"/>
          </a:solidFill>
          <a:ln w="19050">
            <a:solidFill>
              <a:srgbClr val="8BE9FD"/>
            </a:solidFill>
            <a:prstDash val="solid"/>
          </a:ln>
        </p:spPr>
      </p:sp>
      <p:pic>
        <p:nvPicPr>
          <p:cNvPr id="15" name="Image 3" descr="/home/claude/chainhack-deck/icons/glo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1260" y="301752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052560" y="3611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Chain (live)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548640" y="4572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deployed and verified on BOT Chain (chainId 677). Evaluating fit across the Ecosystem Fast Track paths.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1091672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9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alone, deliberately narrow in scope</a:t>
            </a:r>
            <a:endParaRPr lang="en-US" sz="3000" dirty="0"/>
          </a:p>
        </p:txBody>
      </p:sp>
      <p:pic>
        <p:nvPicPr>
          <p:cNvPr id="4" name="Image 0" descr="/home/claude/chainhack-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2103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limits, intent verification, full pipeline, OAA signing — all tested, all on PyPI + MCP Registry.</a:t>
            </a:r>
            <a:endParaRPr lang="en-US" sz="1500" dirty="0"/>
          </a:p>
        </p:txBody>
      </p:sp>
      <p:pic>
        <p:nvPicPr>
          <p:cNvPr id="7" name="Image 1" descr="/home/claude/chainhack-deck/icons/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383280"/>
            <a:ext cx="45720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3337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Deliberately out of scope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206240" y="33375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keys, account abstraction, any code path touching a private key. Not a gap — a boundary.</a:t>
            </a:r>
            <a:endParaRPr lang="en-US" sz="1500" dirty="0"/>
          </a:p>
        </p:txBody>
      </p:sp>
      <p:pic>
        <p:nvPicPr>
          <p:cNvPr id="10" name="Image 2" descr="/home/claude/chainhack-deck/icons/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177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8016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for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4206240" y="45720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outside adopter of the OAA spec — feedback from teams already solving parts of this problem.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1091672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9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chainhack-deck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18872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8346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Wallet Guardian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BE9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github.com/rudimentall1/agentic-wallet-guardian-v3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91440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0FA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agentic-wallet-guardian-mcp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· MIT license · Ecosystem Fast Track — ChainHack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2026-08-11T09:45:47Z</dcterms:created>
  <dcterms:modified xsi:type="dcterms:W3CDTF">2026-08-11T09:45:47Z</dcterms:modified>
</cp:coreProperties>
</file>