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16"/>
    <p:sldId id="266" r:id="rId17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  <Relationship Id="rId16" Type="http://schemas.openxmlformats.org/officeDocument/2006/relationships/slide" Target="slides/slide10.xml"/>
  <Relationship Id="rId17" Type="http://schemas.openxmlformats.org/officeDocument/2006/relationships/slide" Target="slides/slide11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-11-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6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hainhack-deck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2296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21031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8F8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Wallet Guardian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822960" y="32004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B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infrastructure for autonomous AI agents — explainable ALLOW / WARN / BLOCK before anything gets signed.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ChainHack 2026 · Industrial 5.0  —  Ecosystem Fast Track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6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8F8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agent says one thing.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8F8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transaction does another.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11064240" cy="3108960"/>
          </a:xfrm>
          <a:prstGeom prst="roundRect">
            <a:avLst>
              <a:gd name="adj" fmla="val 3529"/>
            </a:avLst>
          </a:prstGeom>
          <a:solidFill>
            <a:srgbClr val="1E1F2A"/>
          </a:solidFill>
          <a:ln/>
        </p:spPr>
      </p:sp>
      <p:pic>
        <p:nvPicPr>
          <p:cNvPr id="5" name="Image 0" descr="/home/claude/chainhack-deck/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0175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99923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examples/example_intent_verification.py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71600" y="361188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Case: agent said 500, calldata actually encodes 5000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71600" y="399592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[BLOCK] Agent declared an approval of 500 (500000000 atomic units),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371600" y="4379976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but the actual calldata encodes 5000000000 atomic units —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371600" y="476402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 900% difference.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371600" y="5148072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71600" y="553212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transaction does not do what the agent said it would do.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091672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6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IT IS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8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decision layer, not a custody layer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1E1F2A"/>
          </a:solidFill>
          <a:ln/>
        </p:spPr>
      </p:sp>
      <p:pic>
        <p:nvPicPr>
          <p:cNvPr id="5" name="Image 0" descr="/home/claude/chainhack-deck/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42316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3246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private keys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68680" y="3749040"/>
            <a:ext cx="2926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8B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touches signing or custody, anywhere in the codebase.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43400" y="210312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1E1F2A"/>
          </a:solidFill>
          <a:ln/>
        </p:spPr>
      </p:sp>
      <p:pic>
        <p:nvPicPr>
          <p:cNvPr id="9" name="Image 1" descr="/home/claude/chainhack-deck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42316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3440" y="3246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4663440" y="3749040"/>
            <a:ext cx="2926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8B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decision returns a human-readable reason, not a black-box score.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138160" y="210312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1E1F2A"/>
          </a:solidFill>
          <a:ln/>
        </p:spPr>
      </p:sp>
      <p:pic>
        <p:nvPicPr>
          <p:cNvPr id="13" name="Image 2" descr="/home/claude/chainhack-deck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423160"/>
            <a:ext cx="640080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58200" y="3246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Self-hosted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8458200" y="3749040"/>
            <a:ext cx="2926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8B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on your infrastructure. No third party sees agent activity.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1091672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11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6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8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checks, in order, any of which can stop execution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514600" cy="1188720"/>
          </a:xfrm>
          <a:prstGeom prst="roundRect">
            <a:avLst>
              <a:gd name="adj" fmla="val 7692"/>
            </a:avLst>
          </a:prstGeom>
          <a:solidFill>
            <a:srgbClr val="1E1F2A"/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4871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8803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limits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063240" y="27432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83280" y="2377440"/>
            <a:ext cx="2514600" cy="1188720"/>
          </a:xfrm>
          <a:prstGeom prst="roundRect">
            <a:avLst>
              <a:gd name="adj" fmla="val 7692"/>
            </a:avLst>
          </a:prstGeom>
          <a:solidFill>
            <a:srgbClr val="1E1F2A"/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24871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20440" y="28803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verification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897880" y="27432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217920" y="2377440"/>
            <a:ext cx="2514600" cy="1188720"/>
          </a:xfrm>
          <a:prstGeom prst="roundRect">
            <a:avLst>
              <a:gd name="adj" fmla="val 7692"/>
            </a:avLst>
          </a:prstGeom>
          <a:solidFill>
            <a:srgbClr val="1E1F2A"/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4871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55080" y="28803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engine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732520" y="27432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052560" y="2377440"/>
            <a:ext cx="2514600" cy="1188720"/>
          </a:xfrm>
          <a:prstGeom prst="roundRect">
            <a:avLst>
              <a:gd name="adj" fmla="val 7692"/>
            </a:avLst>
          </a:prstGeom>
          <a:solidFill>
            <a:srgbClr val="1E1F2A"/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0" y="24871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89720" y="28803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OAA attestation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4023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agent without a granted capability is silently unaffected — opt-in by design, not a blanket restriction.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11064240" cy="1554480"/>
          </a:xfrm>
          <a:prstGeom prst="roundRect">
            <a:avLst>
              <a:gd name="adj" fmla="val 7059"/>
            </a:avLst>
          </a:prstGeom>
          <a:solidFill>
            <a:srgbClr val="1E1F2A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89204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[1/3] capability: OK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5202936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[2/3] intent verification: OK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551383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[3/3] decision engine: BLOCK (risk 100.0)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582472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signed attestation: verifiable by anyone with the public key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091672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11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6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PROOF, NOT PROMISES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8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Verified live, not just claimed in a deck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1E1F2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945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0FA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247 / 255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passing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3400" y="201168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1E1F2A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21945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0FA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PyPI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617720" y="29718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agentic-wallet-guardian-mcp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38160" y="201168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1E1F2A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0" y="21945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0FA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Registry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412480" y="29718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official, verified listing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11064240" cy="2148840"/>
          </a:xfrm>
          <a:prstGeom prst="roundRect">
            <a:avLst>
              <a:gd name="adj" fmla="val 5106"/>
            </a:avLst>
          </a:prstGeom>
          <a:solidFill>
            <a:srgbClr val="1E1F2A"/>
          </a:solidFill>
          <a:ln/>
        </p:spPr>
      </p:sp>
      <p:pic>
        <p:nvPicPr>
          <p:cNvPr id="14" name="Image 0" descr="/home/claude/chainhack-deck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251960"/>
            <a:ext cx="365760" cy="365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371600" y="423367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-m pytest -q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371600" y="4754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247 passed, 8 skipped, 6 warnings in 4.09s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371600" y="52578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screenshot from months ago — re-run and confirmed the day of submission.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091672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11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6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VERIFIABLE, NOT JUST LOGGED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8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decision is signed as an OAA token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Agent Attestation — an Ed25519-signed JWT wrapping the decision. Anyone with the public key verifies it offline. No call back to the server that issued it.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11064240" cy="3383280"/>
          </a:xfrm>
          <a:prstGeom prst="roundRect">
            <a:avLst>
              <a:gd name="adj" fmla="val 3243"/>
            </a:avLst>
          </a:prstGeom>
          <a:solidFill>
            <a:srgbClr val="1E1F2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decision: BLOCK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OAA token: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eyJhbGciOiJFZERTQSIsInR5cCI6IkpXVCJ9.eyJpc3Mi...vodRYGs_vyNt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 by a third party — offline, no server call: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48056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decision: BLOCK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828032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action:   tool_call:wallet.transfer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517550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reason:   amount=9999.0 exceeds cap 5 (unknown agent)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56235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spec · ~150-line reference implementation · MIT license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091672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11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6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ECOSYSTEM FIT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8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Chain-agnostic by design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custody, no private key handling — the decision layer sits above execution, so it isn't bound to any single chain's tooling.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E1F2A"/>
          </a:solidFill>
          <a:ln/>
        </p:spPr>
      </p:sp>
      <p:pic>
        <p:nvPicPr>
          <p:cNvPr id="6" name="Image 0" descr="/home/claude/chainhack-deck/icons/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7340" y="30175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6118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383280" y="28346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E1F2A"/>
          </a:solidFill>
          <a:ln/>
        </p:spPr>
      </p:sp>
      <p:pic>
        <p:nvPicPr>
          <p:cNvPr id="9" name="Image 1" descr="/home/claude/chainhack-deck/icons/gl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980" y="30175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83280" y="36118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217920" y="28346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E1F2A"/>
          </a:solidFill>
          <a:ln/>
        </p:spPr>
      </p:sp>
      <p:pic>
        <p:nvPicPr>
          <p:cNvPr id="12" name="Image 2" descr="/home/claude/chainhack-deck/icons/glo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6620" y="301752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17920" y="36118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Avalanche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9052560" y="28346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E1F2A"/>
          </a:solidFill>
          <a:ln w="19050">
            <a:solidFill>
              <a:srgbClr val="8BE9FD"/>
            </a:solidFill>
            <a:prstDash val="solid"/>
          </a:ln>
        </p:spPr>
      </p:sp>
      <p:pic>
        <p:nvPicPr>
          <p:cNvPr id="15" name="Image 3" descr="/home/claude/chainhack-deck/icons/glob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1260" y="3017520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052560" y="36118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Chain (live)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548640" y="45720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deployed and verified on BOT Chain (chainId 677). Evaluating fit across the Ecosystem Fast Track paths.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1091672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11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6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WHAT'S NEXT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8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alone, deliberately narrow in scope</a:t>
            </a:r>
            <a:endParaRPr lang="en-US" sz="3000" dirty="0"/>
          </a:p>
        </p:txBody>
      </p:sp>
      <p:pic>
        <p:nvPicPr>
          <p:cNvPr id="4" name="Image 0" descr="/home/claude/chainhack-deck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488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4206240" y="2103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8B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limits, intent verification, full pipeline, OAA signing — all tested, all on PyPI + MCP Registry.</a:t>
            </a:r>
            <a:endParaRPr lang="en-US" sz="1500" dirty="0"/>
          </a:p>
        </p:txBody>
      </p:sp>
      <p:pic>
        <p:nvPicPr>
          <p:cNvPr id="7" name="Image 1" descr="/home/claude/chainhack-deck/icons/al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38328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3337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Deliberately out of scope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4206240" y="33375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8B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keys, account abstraction, any code path touching a private key. Not a gap — a boundary.</a:t>
            </a:r>
            <a:endParaRPr lang="en-US" sz="1500" dirty="0"/>
          </a:p>
        </p:txBody>
      </p:sp>
      <p:pic>
        <p:nvPicPr>
          <p:cNvPr id="10" name="Image 2" descr="/home/claude/chainhack-deck/icons/z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61772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60" y="4572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Looking for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4206240" y="45720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8B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outside adopter of the OAA spec — feedback from teams already solving parts of this problem.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10873192" y="6400800"/>
            <a:ext cx="95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11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6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hainhack-deck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18872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8346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8F8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Wallet Guardian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914400" y="36576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github.com/rudimentall1/agentic-wallet-guardian-v3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914400" y="416052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agentic-wallet-guardian-mcp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 · MIT license · Ecosystem Fast Track — ChainHack 2026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6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PROOF OF RIGOR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8F8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attack our own code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8F8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anyone else can.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11064240" cy="3108960"/>
          </a:xfrm>
          <a:prstGeom prst="roundRect">
            <a:avLst>
              <a:gd name="adj" fmla="val 3529"/>
            </a:avLst>
          </a:prstGeom>
          <a:solidFill>
            <a:srgbClr val="1E1F2A"/>
          </a:solidFill>
          <a:ln/>
        </p:spPr>
      </p:sp>
      <p:pic>
        <p:nvPicPr>
          <p:cNvPr id="5" name="Image 0" descr="/home/claude/chainhack-deck/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0175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99923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independent adversarial security pass — 2026-08-23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71600" y="361188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Case: the exact scenario this project exists to catch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71600" y="399592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[FOUND] unlimited-approval signal scored 75 — below the 90 needed to force BLOCK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371600" y="4379976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[FIXED] raised to 92 + an independent hard BLOCK rule, with tests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371600" y="476402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[FOUND] one shared API key let any caller inherit any agent's reputation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371600" y="5148072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[FIXED] per-agent keys — a caller only acts as the agent it holds the key for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71600" y="553212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findings, 6 real fixes, 29 new tests — all before anyone else looked.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091672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11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6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8F8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a browser.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8F8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it decide, live.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402600" y="2440000"/>
            <a:ext cx="5386800" cy="3920000"/>
          </a:xfrm>
          <a:prstGeom prst="roundRect">
            <a:avLst>
              <a:gd name="adj" fmla="val 3529"/>
            </a:avLst>
          </a:prstGeom>
          <a:solidFill>
            <a:srgbClr val="1E1F2A"/>
          </a:solidFill>
          <a:ln/>
        </p:spPr>
      </p:sp>
      <p:pic>
        <p:nvPicPr>
          <p:cNvPr id="5" name="Guardian live demo screenshot" descr="Guardian live decision console showing a real BLOCK decision with risk score 100.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2600" y="2500000"/>
            <a:ext cx="5266800" cy="3800000"/>
          </a:xfrm>
          <a:prstGeom prst="rect">
            <a:avLst/>
          </a:prstGeom>
        </p:spPr>
      </p:pic>
      <p:sp>
        <p:nvSpPr>
          <p:cNvPr id="6" name="Caption"/>
          <p:cNvSpPr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B0"/>
                </a:solidFill>
                <a:latin typeface="Consolas" pitchFamily="34" charset="0"/>
              </a:rPr>
              <a:t>examples/browser-demo.html — a real POST /decision call to a locally running Guardian instance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091672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2026-08-11T09:45:47Z</dcterms:created>
  <dcterms:modified xsi:type="dcterms:W3CDTF">2026-08-11T09:45:47Z</dcterms:modified>
</cp:coreProperties>
</file>